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Web Services and Cloud Computing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Foundations in XML, Web Services, and 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XML for data transport and storage</a:t>
            </a:r>
          </a:p>
          <a:p>
            <a:pPr>
              <a:defRPr sz="2000"/>
            </a:pPr>
            <a:r>
              <a:t>HTML for human-readable presentation</a:t>
            </a:r>
          </a:p>
          <a:p>
            <a:pPr>
              <a:defRPr sz="2000"/>
            </a:pPr>
            <a:r>
              <a:t>Full virtualization without guest OS modification</a:t>
            </a:r>
          </a:p>
          <a:p>
            <a:pPr>
              <a:defRPr sz="2000"/>
            </a:pPr>
            <a:r>
              <a:t>Interoperability across heterogeneous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This presentation explores core concepts in web services, cloud computing, and distributed systems, including XML vs. HTML, virtualization techniques, and system interoperability requirements.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vs HTML: Purpose and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XML allows users to define custom tags and attributes to describe data meaning, while HTML uses a rigid set of tags focused on visual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Document Structure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 XML document includes a declaration, optional comments, namespace declarations, and schema references. Example: &lt;em&gt;XML in Depth&lt;/em&gt; uses a &lt;books&gt; root element containing &lt;book&gt; entries with attributes like year and book-title.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SOAP Message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SOAP messages use an envelope-based format with namespaces for encoding and schema definitions. A typical message includes a &lt;SOAP-ENV:Body&gt; containing method calls and typed parameters (e.g., loanAmount, loanTerm, loanRate).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Image placeholder: Visual diagram of a SOAP message envelope with header and body sections, showing XML namespaces and method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Distributed System Interoperability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Operating systems</a:t>
            </a:r>
          </a:p>
          <a:p>
            <a:pPr>
              <a:defRPr sz="2000"/>
            </a:pPr>
            <a:r>
              <a:t>Hardware architectures</a:t>
            </a:r>
          </a:p>
          <a:p>
            <a:pPr>
              <a:defRPr sz="2000"/>
            </a:pPr>
            <a:r>
              <a:t>Programming languages</a:t>
            </a:r>
          </a:p>
          <a:p>
            <a:pPr>
              <a:defRPr sz="2000"/>
            </a:pPr>
            <a:r>
              <a:t>Communication protocols</a:t>
            </a:r>
          </a:p>
          <a:p>
            <a:pPr>
              <a:defRPr sz="2000"/>
            </a:pPr>
            <a:r>
              <a:t>Security measures</a:t>
            </a:r>
          </a:p>
          <a:p>
            <a:pPr>
              <a:defRPr sz="2000"/>
            </a:pPr>
            <a:r>
              <a:t>Information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Distributed systems must achieve openness by being independent of underlying heterogeneity in hardware, platforms, and languages.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Full Virtualization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Full virtualization simulates complete hardware without requiring guest OS modification. It uses binary translation for privileged instructions and direct execution for user-level code, resulting in virtualization overhead. Guest OS is unaware of virtualization.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Virtualization Solutions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424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457200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VMware ESX, Microsoft Virtual Server, Citrix XenServer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Linux Xen (HVM), KVM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10896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These platforms implement full virtualization to provide complete abstraction of physical hardware and support unmodified guest operating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Distributed System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Grid Technology</a:t>
            </a:r>
          </a:p>
          <a:p>
            <a:pPr>
              <a:defRPr sz="2000"/>
            </a:pPr>
            <a:r>
              <a:t>Broadband Networks</a:t>
            </a:r>
          </a:p>
          <a:p>
            <a:pPr>
              <a:defRPr sz="2000"/>
            </a:pPr>
            <a:r>
              <a:t>Web 2.0</a:t>
            </a:r>
          </a:p>
          <a:p>
            <a:pPr>
              <a:defRPr sz="2000"/>
            </a:pPr>
            <a:r>
              <a:t>Service-Oriented Architectures</a:t>
            </a:r>
          </a:p>
          <a:p>
            <a:pPr>
              <a:defRPr sz="2000"/>
            </a:pPr>
            <a:r>
              <a:t>Free and Open Source Software</a:t>
            </a:r>
          </a:p>
          <a:p>
            <a:pPr>
              <a:defRPr sz="2000"/>
            </a:pPr>
            <a:r>
              <a:t>Web Application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Modern distributed systems integrate foundational services, SOA, and open-source frameworks to enable scalable and interoperable computing.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Distributed System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45720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Resource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Database, Web, Human, Content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Operational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Backup, Recovery, CRM, Document Management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Social Networks, OpenCrowd, Search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56616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Distributed systems manage diverse resources and content types, supporting collaboration, backup, and dynamic user engagement.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Middleware and Object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Common Object Request Broker Architecture (CORBA)</a:t>
            </a:r>
          </a:p>
          <a:p>
            <a:pPr>
              <a:defRPr sz="2000"/>
            </a:pPr>
            <a:r>
              <a:t>Distributed Component Object Model (DCOM)</a:t>
            </a:r>
          </a:p>
          <a:p>
            <a:pPr>
              <a:defRPr sz="2000"/>
            </a:pPr>
            <a:r>
              <a:t>Products based on these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Middleware like CORBA and DCOM enables object-based communication across heterogeneous environments, forming the backbone of distributed component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