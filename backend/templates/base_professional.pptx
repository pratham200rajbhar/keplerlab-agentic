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Slide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ctrTitle" idx="0"/>
          </ns0:nvPr>
        </ns0:nvSpPr>
        <ns0:spPr>
          <ns2:xfrm xmlns:ns2="http://schemas.openxmlformats.org/drawingml/2006/main">
            <ns2:off x="4754880" y="1828800"/>
            <ns2:ext cx="6705295" cy="2194560"/>
          </ns2:xfrm>
        </ns0:spPr>
        <ns0:txBody>
          <ns3:bodyPr xmlns:ns3="http://schemas.openxmlformats.org/drawingml/2006/main" anchor="b" wrap="square"/>
          <ns4:lstStyle xmlns:ns4="http://schemas.openxmlformats.org/drawingml/2006/main"/>
          <ns5:p xmlns:ns5="http://schemas.openxmlformats.org/drawingml/2006/main">
            <ns5:pPr algn="l">
              <ns5:defRPr sz="533400" b="1" dirty="0">
                <ns5:solidFill>
                  <ns5:schemeClr val="dk1"/>
                </ns5:solidFill>
                <ns5:latin typeface="Calibri"/>
              </ns5:defRPr>
            </ns5:pPr>
          </ns5:p>
        </ns0:txBody>
      </ns0:sp>
      <ns0:sp xmlns:ns0="http://schemas.openxmlformats.org/presentationml/2006/main">
        <ns0:nvSpPr>
          <ns0:cNvPr id="11" name="Subtitle"/>
          <ns0:cNvSpPr>
            <ns1:spLocks xmlns:ns1="http://schemas.openxmlformats.org/drawingml/2006/main" noGrp="1"/>
          </ns0:cNvSpPr>
          <ns0:nvPr>
            <ns0:ph type="subTitle" idx="1"/>
          </ns0:nvPr>
        </ns0:nvSpPr>
        <ns0:spPr>
          <ns2:xfrm xmlns:ns2="http://schemas.openxmlformats.org/drawingml/2006/main">
            <ns2:off x="4754880" y="4206240"/>
            <ns2:ext cx="6705295" cy="12801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177800" dirty="0">
                <ns5:solidFill>
                  <ns5:schemeClr val="dk2"/>
                </ns5:solidFill>
                <ns5:latin typeface="Calibri"/>
              </ns5:defRPr>
            </ns5:pPr>
          </ns5:p>
        </ns0:txBody>
      </ns0:sp>
      <p:sp>
        <p:nvSpPr>
          <p:cNvPr id="9001" name="AccentPanel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02" name="AccentCircle"/>
          <p:cNvSpPr/>
          <p:nvPr/>
        </p:nvSpPr>
        <p:spPr>
          <a:xfrm>
            <a:off x="2103120" y="1097280"/>
            <a:ext cx="1463040" cy="1463040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</p:sp>
      <p:sp>
        <p:nvSpPr>
          <p:cNvPr id="9003" name="AccentCircle2"/>
          <p:cNvSpPr/>
          <p:nvPr/>
        </p:nvSpPr>
        <p:spPr>
          <a:xfrm>
            <a:off x="548640" y="5120640"/>
            <a:ext cx="822960" cy="822960"/>
          </a:xfrm>
          <a:prstGeom prst="ellipse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</p:sp>
      <p:sp>
        <p:nvSpPr>
          <p:cNvPr id="9004" name="TitleDivider"/>
          <p:cNvSpPr/>
          <p:nvPr/>
        </p:nvSpPr>
        <p:spPr>
          <a:xfrm>
            <a:off x="4937760" y="406908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05" name="BottomStrip"/>
          <p:cNvSpPr/>
          <p:nvPr/>
        </p:nvSpPr>
        <p:spPr>
          <a:xfrm>
            <a:off x="4023360" y="6748272"/>
            <a:ext cx="8168335" cy="109728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</p:sp>
    </p:spTree>
  </p:cSld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Content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406400" b="1" dirty="0">
                <ns5:solidFill>
                  <ns5:schemeClr val="dk1"/>
                </ns5:solidFill>
                <ns5:latin typeface="Calibri"/>
              </ns5:defRPr>
            </ns5:pPr>
          </ns5:p>
        </ns0:txBody>
      </ns0:sp>
      <ns0:sp xmlns:ns0="http://schemas.openxmlformats.org/presentationml/2006/main">
        <ns0:nvSpPr>
          <ns0:cNvPr id="11" name="Content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548640" y="1234440"/>
            <ns2:ext cx="11094415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203200" dirty="0">
                <ns5:solidFill>
                  <ns5:schemeClr val="dk2"/>
                </ns5:solidFill>
                <ns5:latin typeface="Calibri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Section Header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1828800" y="2011680"/>
            <ns2:ext cx="8534095" cy="2011680"/>
          </ns2:xfrm>
        </ns0:spPr>
        <ns0:txBody>
          <ns3:bodyPr xmlns:ns3="http://schemas.openxmlformats.org/drawingml/2006/main" anchor="b" wrap="square"/>
          <ns4:lstStyle xmlns:ns4="http://schemas.openxmlformats.org/drawingml/2006/main"/>
          <ns5:p xmlns:ns5="http://schemas.openxmlformats.org/drawingml/2006/main">
            <ns5:pPr algn="ctr">
              <ns5:defRPr sz="508000" b="1" dirty="0">
                <ns5:solidFill>
                  <ns5:schemeClr val="dk1"/>
                </ns5:solidFill>
                <ns5:latin typeface="Calibri"/>
              </ns5:defRPr>
            </ns5:pPr>
          </ns5:p>
        </ns0:txBody>
      </ns0:sp>
      <ns0:sp xmlns:ns0="http://schemas.openxmlformats.org/presentationml/2006/main">
        <ns0:nvSpPr>
          <ns0:cNvPr id="11" name="Description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2286000" y="4480560"/>
            <ns2:ext cx="7619695" cy="137160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ctr">
              <ns5:defRPr sz="177800" dirty="0">
                <ns5:solidFill>
                  <ns5:schemeClr val="dk2"/>
                </ns5:solidFill>
                <ns5:latin typeface="Calibri"/>
              </ns5:defRPr>
            </ns5:pPr>
          </ns5:p>
        </ns0:txBody>
      </ns0:sp>
      <p:sp>
        <p:nvSpPr>
          <p:cNvPr id="9020" name="SectionDivider"/>
          <p:cNvSpPr/>
          <p:nvPr/>
        </p:nvSpPr>
        <p:spPr>
          <a:xfrm>
            <a:off x="5181447" y="4160520"/>
            <a:ext cx="18288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21" name="BgCircle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</p:sp>
      <p:sp>
        <p:nvSpPr>
          <p:cNvPr id="9022" name="BottomBar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wo Column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406400" b="1" dirty="0">
                <ns5:solidFill>
                  <ns5:schemeClr val="dk1"/>
                </ns5:solidFill>
                <ns5:latin typeface="Calibri"/>
              </ns5:defRPr>
            </ns5:pPr>
          </ns5:p>
        </ns0:txBody>
      </ns0:sp>
      <ns0:sp xmlns:ns0="http://schemas.openxmlformats.org/presentationml/2006/main">
        <ns0:nvSpPr>
          <ns0:cNvPr id="11" name="Left Content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548640" y="1234440"/>
            <ns2:ext cx="5455767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203200" dirty="0">
                <ns5:solidFill>
                  <ns5:schemeClr val="dk2"/>
                </ns5:solidFill>
                <ns5:latin typeface="Calibri"/>
              </ns5:defRPr>
            </ns5:pPr>
          </ns5:p>
        </ns0:txBody>
      </ns0:sp>
      <ns0:sp xmlns:ns0="http://schemas.openxmlformats.org/presentationml/2006/main">
        <ns0:nvSpPr>
          <ns0:cNvPr id="12" name="Right Content"/>
          <ns0:cNvSpPr>
            <ns1:spLocks xmlns:ns1="http://schemas.openxmlformats.org/drawingml/2006/main" noGrp="1"/>
          </ns0:cNvSpPr>
          <ns0:nvPr>
            <ns0:ph type="body" idx="2"/>
          </ns0:nvPr>
        </ns0:nvSpPr>
        <ns0:spPr>
          <ns2:xfrm xmlns:ns2="http://schemas.openxmlformats.org/drawingml/2006/main">
            <ns2:off x="6187287" y="1234440"/>
            <ns2:ext cx="5455767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203200" dirty="0">
                <ns5:solidFill>
                  <ns5:schemeClr val="dk2"/>
                </ns5:solidFill>
                <ns5:latin typeface="Calibri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Picture with Caption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406400" b="1" dirty="0">
                <ns5:solidFill>
                  <ns5:schemeClr val="dk1"/>
                </ns5:solidFill>
                <ns5:latin typeface="Calibri"/>
              </ns5:defRPr>
            </ns5:pPr>
          </ns5:p>
        </ns0:txBody>
      </ns0:sp>
      <ns0:sp xmlns:ns0="http://schemas.openxmlformats.org/presentationml/2006/main">
        <ns0:nvSpPr>
          <ns0:cNvPr id="11" name="Picture"/>
          <ns0:cNvSpPr>
            <ns1:spLocks xmlns:ns1="http://schemas.openxmlformats.org/drawingml/2006/main" noGrp="1"/>
          </ns0:cNvSpPr>
          <ns0:nvPr>
            <ns0:ph type="pic" idx="1"/>
          </ns0:nvPr>
        </ns0:nvSpPr>
        <ns0:spPr>
          <ns2:xfrm xmlns:ns2="http://schemas.openxmlformats.org/drawingml/2006/main">
            <ns2:off x="548640" y="1234440"/>
            <ns2:ext cx="11094415" cy="384048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ctr">
              <ns5:defRPr sz="203200" dirty="0">
                <ns5:solidFill>
                  <ns5:schemeClr val="dk2"/>
                </ns5:solidFill>
                <ns5:latin typeface="Calibri"/>
              </ns5:defRPr>
            </ns5:pPr>
          </ns5:p>
        </ns0:txBody>
      </ns0:sp>
      <ns0:sp xmlns:ns0="http://schemas.openxmlformats.org/presentationml/2006/main">
        <ns0:nvSpPr>
          <ns0:cNvPr id="12" name="Caption"/>
          <ns0:cNvSpPr>
            <ns1:spLocks xmlns:ns1="http://schemas.openxmlformats.org/drawingml/2006/main" noGrp="1"/>
          </ns0:cNvSpPr>
          <ns0:nvPr>
            <ns0:ph type="body" idx="2"/>
          </ns0:nvPr>
        </ns0:nvSpPr>
        <ns0:spPr>
          <ns2:xfrm xmlns:ns2="http://schemas.openxmlformats.org/drawingml/2006/main">
            <ns2:off x="548640" y="5212080"/>
            <ns2:ext cx="11094415" cy="118872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ctr">
              <ns5:defRPr sz="152400" dirty="0">
                <ns5:solidFill>
                  <ns5:schemeClr val="dk2"/>
                </ns5:solidFill>
                <ns5:latin typeface="Calibri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Blank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FFFFF"/>
      </a:lt1>
      <a:dk2>
        <a:srgbClr val="334155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6366F1"/>
      </a:accent6>
      <a:hlink>
        <a:srgbClr val="2563EB"/>
      </a:hlink>
      <a:folHlink>
        <a:srgbClr val="1E40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