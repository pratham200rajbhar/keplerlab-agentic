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Web Services and Distributed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XML vs HTML, SOAP, and Interoperability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XML vs HTML: Core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XML: content-oriented, extensible tags, designed to transport/store data, supports validation</a:t>
            </a:r>
          </a:p>
          <a:p>
            <a:pPr>
              <a:defRPr sz="2000"/>
            </a:pPr>
            <a:r>
              <a:t>HTML: presentation-oriented, fixed tag set, designed to display data, no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XML Document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An XML instance includes an XML declaration (e.g., &lt;?xml version="1.0" encoding="UTF-8"?&gt;), optional namespace declarations (e.g., xmlns, xsi:schemaLocation), and hierarchical, user-defined elements. Note: The example in the source contains syntax errors (e.g., missing quotes, malformed tags), but illustrates typical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SOAP Message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Envelope: root element defining namespace (SOAP-ENV)</a:t>
            </a:r>
          </a:p>
          <a:p>
            <a:pPr>
              <a:defRPr sz="2000"/>
            </a:pPr>
            <a:r>
              <a:t>Body: contains the actual request/response (e.g., &lt;calculateCarPayment&gt;)</a:t>
            </a:r>
          </a:p>
          <a:p>
            <a:pPr>
              <a:defRPr sz="2000"/>
            </a:pPr>
            <a:r>
              <a:t>Encoding: uses SOAP-ENC and XSD types (e.g., xsi:type="xsd:string")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Distributed System Interoperability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Interoperability across: operating systems, hardware architectures, communication architectures, programming languages, software interfaces, security measures, and information representation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Achieving Openness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Independence from heterogeneity of underlying environment: hardware, platforms, and languages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Legacy Middleware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CORBA (Common Object Request Broker Architecture)</a:t>
            </a:r>
          </a:p>
          <a:p>
            <a:pPr>
              <a:defRPr sz="2000"/>
            </a:pPr>
            <a:r>
              <a:t>DCOM (Distributed Component Object Model)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