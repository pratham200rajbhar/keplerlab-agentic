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XML vs HTML: Foundational Data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Design, Purpose, and Structural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XML: Extensible, content-oriented, transport/storage of data; user-defined tags and attributes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HTML: Fixed-tag, presentation-oriented, display of data; pre-defined tags for visual formatting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enables validation via schemas; HTML offers no built-in data validation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supports namespaces and metadata; HTML focuses on rendering semantics (e.g., &lt;i&gt;, &lt;br&gt;, &lt;font&gt;)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XML is designed for data transport and storage with extensibility; HTML is rigid and designed for human-facing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XML Document Structure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Syntax, Namespaces, and Schema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XML documents begin with a declaration (e.g., &lt;?xml version="1.0" encoding="UTF-8"?&gt;) and may include comments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Namespaces (xmlns) and schemaLocation enable modular schema binding and avoid tag-name collisions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Elements can carry attributes (e.g., year="2000") and nested child elements (e.g., &lt;author&gt;, &lt;publisher&gt;)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Validation requires external schema (e.g., DocBook XSD) — XML itself provides no native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A hierarchical tree diagram of an XML document showing root &lt;books&gt;, child &lt;book&gt; with attributes, and nested &lt;author&gt;, &lt;title&gt;, &lt;publisher&gt; elements; highlight namespace declarations and schema reference in a distinct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Web Services Communication: SOAP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Envelope, Body, and Structured Data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SOAP uses XML-based envelope structure with namespace declarations for envelope, encoding, and schema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The &lt;SOAP-ENV:Body&gt; contains the actual request/response payload (e.g., &lt;calculateCarPayment&gt;)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Parameters are typed using XSD types (e.g., xsi:type="xsd:string") for interoperability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EncodingStyle attribute defines serialization rules for data within the 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A layered diagram: outer envelope labeled 'SOAP-ENV:Envelope', inner 'Body' section containing XML tags for loanAmount, loanTerm, loanRate — all annotated with XSD type annotations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Distributed System Interoperability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Cross-Platform and Cross-Environment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Distributed systems must operate across heterogeneous environments: OS, hardware, languages, and security models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Openness requires independence from underlying heterogeneity — hardware, platforms, and programming languages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Standards like CORBA, DCOM, and Web Services enable abstraction and communication across such boundaries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Information representation must be standardized (e.g., XML, JSON) to ensure semantic consistency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062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Operating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Linux, Windows, macOS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Programming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Java, C++, Python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Kerberos, OAuth, SAML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Full Virtualization: Binary Translation &amp; Direct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Guest OS Transparency and Performance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Full virtualization simulates complete hardware abstraction — guest OS runs unmodified and unaware of virtualization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Uses binary translation for privileged/sensitive instructions; direct execution for non-sensitive user-level code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Significant overhead due to translation layer; no hardware/OS assistance required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Commercial: VMware ESX, Microsoft Virtual Server; Open-source: Xen HVM, KVM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Three-layer stack: Physical hardware (CPU, RAM, disk) → Hypervisor with binary translation engine overlay → Guest OS (e.g., Windows/Linux) running applications; arrows show instruction translation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Virtualization 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D9488"/>
                </a:solidFill>
              </a:defRPr>
            </a:pPr>
            <a:r>
              <a:t>Hardware, Hypervisor, and Virtual Machine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Hardware layer: Physical components — CPU, memory, NICs, disks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Hypervisor layer: Thin software layer managing resource allocation and providing dedicated virtual views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Virtual machine layer: OS instances appearing as physical machines; portable due to hardware abstraction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  •  VMs share physical resources but maintain isolation and portability across 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F172A"/>
                </a:solidFill>
              </a:defRPr>
            </a:pPr>
            <a:r>
              <a:t>Visual suggested: Three-tier vertical diagram: bottom 'Physical Hardware' (labeled components), middle 'Hypervisor' (Xen/KVM logo), top 'Virtual Machines' (three OS icons: Linux, Windows, macOS) — all connected by dashed lines indicating resource 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