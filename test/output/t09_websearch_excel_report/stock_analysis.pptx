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NVIDIA: +145.2% (1Y)</a:t>
            </a:r>
          </a:p>
          <a:p>
            <a:r>
              <a:t>Meta: +112.4% (1Y)</a:t>
            </a:r>
          </a:p>
          <a:p>
            <a:r>
              <a:t>Microsoft: +22.1% (1Y)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Analyst Ratings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NVIDIA: Strong Buy</a:t>
            </a:r>
          </a:p>
          <a:p>
            <a:r>
              <a:t>Microsoft: Buy</a:t>
            </a:r>
          </a:p>
          <a:p>
            <a:r>
              <a:t>Google: Buy</a:t>
            </a:r>
          </a:p>
          <a:p>
            <a:r>
              <a:t>Apple: Hold</a:t>
            </a:r>
          </a:p>
          <a:p>
            <a:r>
              <a:t>Meta: Buy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